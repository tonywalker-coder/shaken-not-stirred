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BC3EFC-CB1F-4BA1-A813-C972B091F0B7}" v="14" dt="2026-10-15T09:19:13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802886-6E17-40EB-8DD6-85DA2A32395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24135C10-5992-4E31-9550-39E635768BC2}">
      <dgm:prSet custT="1"/>
      <dgm:spPr>
        <a:solidFill>
          <a:schemeClr val="accent4"/>
        </a:solidFill>
      </dgm:spPr>
      <dgm:t>
        <a:bodyPr/>
        <a:lstStyle/>
        <a:p>
          <a:r>
            <a:rPr lang="en-GB" sz="1600" dirty="0"/>
            <a:t>cocktail</a:t>
          </a:r>
        </a:p>
      </dgm:t>
    </dgm:pt>
    <dgm:pt modelId="{0DE20625-E945-4DC0-825D-7F31F9B7227F}" type="parTrans" cxnId="{035F7F8A-1AE0-47DF-9B58-038B39D37B71}">
      <dgm:prSet/>
      <dgm:spPr/>
      <dgm:t>
        <a:bodyPr/>
        <a:lstStyle/>
        <a:p>
          <a:endParaRPr lang="en-GB"/>
        </a:p>
      </dgm:t>
    </dgm:pt>
    <dgm:pt modelId="{85EA464D-EFAB-443E-B73A-AD3E5BB97ABD}" type="sibTrans" cxnId="{035F7F8A-1AE0-47DF-9B58-038B39D37B71}">
      <dgm:prSet/>
      <dgm:spPr/>
      <dgm:t>
        <a:bodyPr/>
        <a:lstStyle/>
        <a:p>
          <a:endParaRPr lang="en-GB"/>
        </a:p>
      </dgm:t>
    </dgm:pt>
    <dgm:pt modelId="{851D6140-3902-48B5-B8D3-1B75105F9D2A}">
      <dgm:prSet custT="1"/>
      <dgm:spPr/>
      <dgm:t>
        <a:bodyPr/>
        <a:lstStyle/>
        <a:p>
          <a:r>
            <a:rPr lang="en-GB" sz="1400" dirty="0"/>
            <a:t>ID (PK)</a:t>
          </a:r>
        </a:p>
      </dgm:t>
    </dgm:pt>
    <dgm:pt modelId="{533D308E-E7F9-4033-A239-A385207884A3}" type="parTrans" cxnId="{E40BEE49-BBC0-495C-8D14-2C188D350859}">
      <dgm:prSet/>
      <dgm:spPr/>
      <dgm:t>
        <a:bodyPr/>
        <a:lstStyle/>
        <a:p>
          <a:endParaRPr lang="en-GB"/>
        </a:p>
      </dgm:t>
    </dgm:pt>
    <dgm:pt modelId="{DB418D13-1BF3-496E-899F-C719AA187420}" type="sibTrans" cxnId="{E40BEE49-BBC0-495C-8D14-2C188D350859}">
      <dgm:prSet/>
      <dgm:spPr/>
      <dgm:t>
        <a:bodyPr/>
        <a:lstStyle/>
        <a:p>
          <a:endParaRPr lang="en-GB"/>
        </a:p>
      </dgm:t>
    </dgm:pt>
    <dgm:pt modelId="{3252472F-1FB5-466D-A19A-26795C772996}">
      <dgm:prSet custT="1"/>
      <dgm:spPr/>
      <dgm:t>
        <a:bodyPr/>
        <a:lstStyle/>
        <a:p>
          <a:r>
            <a:rPr lang="en-GB" sz="1400" dirty="0"/>
            <a:t>Name (</a:t>
          </a:r>
          <a:r>
            <a:rPr lang="en-GB" sz="1400" b="0" i="0" dirty="0" err="1"/>
            <a:t>CharField</a:t>
          </a:r>
          <a:r>
            <a:rPr lang="en-GB" sz="1400" b="0" i="0" dirty="0"/>
            <a:t> 100, unique</a:t>
          </a:r>
          <a:r>
            <a:rPr lang="en-GB" sz="1400" dirty="0"/>
            <a:t>) </a:t>
          </a:r>
        </a:p>
      </dgm:t>
    </dgm:pt>
    <dgm:pt modelId="{154A36AF-4AB2-4F41-8F12-70EF011C1D12}" type="parTrans" cxnId="{70ED65FE-8198-42F4-B1E9-0F79FBAD4A40}">
      <dgm:prSet/>
      <dgm:spPr/>
      <dgm:t>
        <a:bodyPr/>
        <a:lstStyle/>
        <a:p>
          <a:endParaRPr lang="en-GB"/>
        </a:p>
      </dgm:t>
    </dgm:pt>
    <dgm:pt modelId="{65504418-D410-48E2-91CA-8D3CE19B1CFA}" type="sibTrans" cxnId="{70ED65FE-8198-42F4-B1E9-0F79FBAD4A40}">
      <dgm:prSet/>
      <dgm:spPr/>
      <dgm:t>
        <a:bodyPr/>
        <a:lstStyle/>
        <a:p>
          <a:endParaRPr lang="en-GB"/>
        </a:p>
      </dgm:t>
    </dgm:pt>
    <dgm:pt modelId="{606B1E85-ED9B-4FEE-A074-B559C357592F}">
      <dgm:prSet custT="1"/>
      <dgm:spPr/>
      <dgm:t>
        <a:bodyPr/>
        <a:lstStyle/>
        <a:p>
          <a:r>
            <a:rPr lang="en-GB" sz="1100" dirty="0" err="1"/>
            <a:t>image_url</a:t>
          </a:r>
          <a:r>
            <a:rPr lang="en-GB" sz="1100" dirty="0"/>
            <a:t> (</a:t>
          </a:r>
          <a:r>
            <a:rPr lang="en-GB" sz="1100" b="0" i="0" dirty="0" err="1"/>
            <a:t>CharField</a:t>
          </a:r>
          <a:r>
            <a:rPr lang="en-GB" sz="1100" b="0" i="0" dirty="0"/>
            <a:t> 255, null=True, blank=True</a:t>
          </a:r>
          <a:r>
            <a:rPr lang="en-GB" sz="1100" dirty="0"/>
            <a:t>)</a:t>
          </a:r>
        </a:p>
      </dgm:t>
    </dgm:pt>
    <dgm:pt modelId="{F666C180-EA3F-4905-884C-BBC379DF1213}" type="parTrans" cxnId="{6E9DAA65-0414-422E-95C1-1703F217981F}">
      <dgm:prSet/>
      <dgm:spPr/>
      <dgm:t>
        <a:bodyPr/>
        <a:lstStyle/>
        <a:p>
          <a:endParaRPr lang="en-GB"/>
        </a:p>
      </dgm:t>
    </dgm:pt>
    <dgm:pt modelId="{595A8D9E-E397-4C98-9731-266B7436BC18}" type="sibTrans" cxnId="{6E9DAA65-0414-422E-95C1-1703F217981F}">
      <dgm:prSet/>
      <dgm:spPr/>
      <dgm:t>
        <a:bodyPr/>
        <a:lstStyle/>
        <a:p>
          <a:endParaRPr lang="en-GB"/>
        </a:p>
      </dgm:t>
    </dgm:pt>
    <dgm:pt modelId="{3193DFBE-BAB3-43FC-BA9C-8E212A6B5DEF}" type="pres">
      <dgm:prSet presAssocID="{D8802886-6E17-40EB-8DD6-85DA2A323950}" presName="linear" presStyleCnt="0">
        <dgm:presLayoutVars>
          <dgm:animLvl val="lvl"/>
          <dgm:resizeHandles val="exact"/>
        </dgm:presLayoutVars>
      </dgm:prSet>
      <dgm:spPr/>
    </dgm:pt>
    <dgm:pt modelId="{76CFC37D-9B29-416F-8A01-A6DDDEAF35FD}" type="pres">
      <dgm:prSet presAssocID="{24135C10-5992-4E31-9550-39E635768BC2}" presName="parentText" presStyleLbl="node1" presStyleIdx="0" presStyleCnt="4" custLinFactY="-18150" custLinFactNeighborX="-2786" custLinFactNeighborY="-100000">
        <dgm:presLayoutVars>
          <dgm:chMax val="0"/>
          <dgm:bulletEnabled val="1"/>
        </dgm:presLayoutVars>
      </dgm:prSet>
      <dgm:spPr/>
    </dgm:pt>
    <dgm:pt modelId="{D148FAAB-8B27-4D01-A687-3C5E68F7A57F}" type="pres">
      <dgm:prSet presAssocID="{85EA464D-EFAB-443E-B73A-AD3E5BB97ABD}" presName="spacer" presStyleCnt="0"/>
      <dgm:spPr/>
    </dgm:pt>
    <dgm:pt modelId="{65CB43C8-A1CC-43A3-99D8-82D52FF8A1B8}" type="pres">
      <dgm:prSet presAssocID="{851D6140-3902-48B5-B8D3-1B75105F9D2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4731266-DCF1-4936-BD63-E5C2DC755F5E}" type="pres">
      <dgm:prSet presAssocID="{DB418D13-1BF3-496E-899F-C719AA187420}" presName="spacer" presStyleCnt="0"/>
      <dgm:spPr/>
    </dgm:pt>
    <dgm:pt modelId="{D0124BB0-621C-4AE4-A716-BEDD3803B8C7}" type="pres">
      <dgm:prSet presAssocID="{3252472F-1FB5-466D-A19A-26795C77299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3BD39A9-A9E1-4E22-B0B7-40B2D7CABCD6}" type="pres">
      <dgm:prSet presAssocID="{65504418-D410-48E2-91CA-8D3CE19B1CFA}" presName="spacer" presStyleCnt="0"/>
      <dgm:spPr/>
    </dgm:pt>
    <dgm:pt modelId="{FA4F98AC-6555-4F23-91EE-327C1A1FA95B}" type="pres">
      <dgm:prSet presAssocID="{606B1E85-ED9B-4FEE-A074-B559C357592F}" presName="parentText" presStyleLbl="node1" presStyleIdx="3" presStyleCnt="4" custLinFactY="300000" custLinFactNeighborX="7121" custLinFactNeighborY="375781">
        <dgm:presLayoutVars>
          <dgm:chMax val="0"/>
          <dgm:bulletEnabled val="1"/>
        </dgm:presLayoutVars>
      </dgm:prSet>
      <dgm:spPr/>
    </dgm:pt>
  </dgm:ptLst>
  <dgm:cxnLst>
    <dgm:cxn modelId="{6E9DAA65-0414-422E-95C1-1703F217981F}" srcId="{D8802886-6E17-40EB-8DD6-85DA2A323950}" destId="{606B1E85-ED9B-4FEE-A074-B559C357592F}" srcOrd="3" destOrd="0" parTransId="{F666C180-EA3F-4905-884C-BBC379DF1213}" sibTransId="{595A8D9E-E397-4C98-9731-266B7436BC18}"/>
    <dgm:cxn modelId="{E40BEE49-BBC0-495C-8D14-2C188D350859}" srcId="{D8802886-6E17-40EB-8DD6-85DA2A323950}" destId="{851D6140-3902-48B5-B8D3-1B75105F9D2A}" srcOrd="1" destOrd="0" parTransId="{533D308E-E7F9-4033-A239-A385207884A3}" sibTransId="{DB418D13-1BF3-496E-899F-C719AA187420}"/>
    <dgm:cxn modelId="{035F7F8A-1AE0-47DF-9B58-038B39D37B71}" srcId="{D8802886-6E17-40EB-8DD6-85DA2A323950}" destId="{24135C10-5992-4E31-9550-39E635768BC2}" srcOrd="0" destOrd="0" parTransId="{0DE20625-E945-4DC0-825D-7F31F9B7227F}" sibTransId="{85EA464D-EFAB-443E-B73A-AD3E5BB97ABD}"/>
    <dgm:cxn modelId="{10FA658B-833C-4BD2-AF96-DDCE5319936E}" type="presOf" srcId="{606B1E85-ED9B-4FEE-A074-B559C357592F}" destId="{FA4F98AC-6555-4F23-91EE-327C1A1FA95B}" srcOrd="0" destOrd="0" presId="urn:microsoft.com/office/officeart/2005/8/layout/vList2"/>
    <dgm:cxn modelId="{7946E88B-F5A3-40C6-B0DE-885368A6C924}" type="presOf" srcId="{3252472F-1FB5-466D-A19A-26795C772996}" destId="{D0124BB0-621C-4AE4-A716-BEDD3803B8C7}" srcOrd="0" destOrd="0" presId="urn:microsoft.com/office/officeart/2005/8/layout/vList2"/>
    <dgm:cxn modelId="{4DC4B992-09D9-4E1F-902A-760C9DFCFADD}" type="presOf" srcId="{D8802886-6E17-40EB-8DD6-85DA2A323950}" destId="{3193DFBE-BAB3-43FC-BA9C-8E212A6B5DEF}" srcOrd="0" destOrd="0" presId="urn:microsoft.com/office/officeart/2005/8/layout/vList2"/>
    <dgm:cxn modelId="{ED8E56DF-3213-48CA-86AE-10DE38E8DB8F}" type="presOf" srcId="{851D6140-3902-48B5-B8D3-1B75105F9D2A}" destId="{65CB43C8-A1CC-43A3-99D8-82D52FF8A1B8}" srcOrd="0" destOrd="0" presId="urn:microsoft.com/office/officeart/2005/8/layout/vList2"/>
    <dgm:cxn modelId="{C7D983F1-5773-41D7-9E30-E3B98B85E95F}" type="presOf" srcId="{24135C10-5992-4E31-9550-39E635768BC2}" destId="{76CFC37D-9B29-416F-8A01-A6DDDEAF35FD}" srcOrd="0" destOrd="0" presId="urn:microsoft.com/office/officeart/2005/8/layout/vList2"/>
    <dgm:cxn modelId="{70ED65FE-8198-42F4-B1E9-0F79FBAD4A40}" srcId="{D8802886-6E17-40EB-8DD6-85DA2A323950}" destId="{3252472F-1FB5-466D-A19A-26795C772996}" srcOrd="2" destOrd="0" parTransId="{154A36AF-4AB2-4F41-8F12-70EF011C1D12}" sibTransId="{65504418-D410-48E2-91CA-8D3CE19B1CFA}"/>
    <dgm:cxn modelId="{0963DC7B-787F-4F63-81BB-273D0DB88A5A}" type="presParOf" srcId="{3193DFBE-BAB3-43FC-BA9C-8E212A6B5DEF}" destId="{76CFC37D-9B29-416F-8A01-A6DDDEAF35FD}" srcOrd="0" destOrd="0" presId="urn:microsoft.com/office/officeart/2005/8/layout/vList2"/>
    <dgm:cxn modelId="{F115C37B-6751-4182-A0B8-FB8429D55F01}" type="presParOf" srcId="{3193DFBE-BAB3-43FC-BA9C-8E212A6B5DEF}" destId="{D148FAAB-8B27-4D01-A687-3C5E68F7A57F}" srcOrd="1" destOrd="0" presId="urn:microsoft.com/office/officeart/2005/8/layout/vList2"/>
    <dgm:cxn modelId="{30173751-B453-44D3-9AE8-256188C6AAF6}" type="presParOf" srcId="{3193DFBE-BAB3-43FC-BA9C-8E212A6B5DEF}" destId="{65CB43C8-A1CC-43A3-99D8-82D52FF8A1B8}" srcOrd="2" destOrd="0" presId="urn:microsoft.com/office/officeart/2005/8/layout/vList2"/>
    <dgm:cxn modelId="{9B58CA6E-56FB-4B84-BCAF-241F38F3AA66}" type="presParOf" srcId="{3193DFBE-BAB3-43FC-BA9C-8E212A6B5DEF}" destId="{94731266-DCF1-4936-BD63-E5C2DC755F5E}" srcOrd="3" destOrd="0" presId="urn:microsoft.com/office/officeart/2005/8/layout/vList2"/>
    <dgm:cxn modelId="{25115AEE-BBBE-407B-AD2A-6E5BE92A2FF8}" type="presParOf" srcId="{3193DFBE-BAB3-43FC-BA9C-8E212A6B5DEF}" destId="{D0124BB0-621C-4AE4-A716-BEDD3803B8C7}" srcOrd="4" destOrd="0" presId="urn:microsoft.com/office/officeart/2005/8/layout/vList2"/>
    <dgm:cxn modelId="{D7F3C5FC-3070-4437-B4D6-D9F42E0AE5CB}" type="presParOf" srcId="{3193DFBE-BAB3-43FC-BA9C-8E212A6B5DEF}" destId="{53BD39A9-A9E1-4E22-B0B7-40B2D7CABCD6}" srcOrd="5" destOrd="0" presId="urn:microsoft.com/office/officeart/2005/8/layout/vList2"/>
    <dgm:cxn modelId="{E827B8AF-43FB-4E5D-AFC6-AD8062F5E148}" type="presParOf" srcId="{3193DFBE-BAB3-43FC-BA9C-8E212A6B5DEF}" destId="{FA4F98AC-6555-4F23-91EE-327C1A1FA95B}" srcOrd="6" destOrd="0" presId="urn:microsoft.com/office/officeart/2005/8/layout/vList2"/>
  </dgm:cxnLst>
  <dgm:bg/>
  <dgm:whole>
    <a:ln w="25400"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CFC37D-9B29-416F-8A01-A6DDDEAF35FD}">
      <dsp:nvSpPr>
        <dsp:cNvPr id="0" name=""/>
        <dsp:cNvSpPr/>
      </dsp:nvSpPr>
      <dsp:spPr>
        <a:xfrm>
          <a:off x="0" y="0"/>
          <a:ext cx="3139328" cy="524160"/>
        </a:xfrm>
        <a:prstGeom prst="roundRect">
          <a:avLst/>
        </a:prstGeom>
        <a:solidFill>
          <a:schemeClr val="accent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cocktail</a:t>
          </a:r>
        </a:p>
      </dsp:txBody>
      <dsp:txXfrm>
        <a:off x="25587" y="25587"/>
        <a:ext cx="3088154" cy="472986"/>
      </dsp:txXfrm>
    </dsp:sp>
    <dsp:sp modelId="{65CB43C8-A1CC-43A3-99D8-82D52FF8A1B8}">
      <dsp:nvSpPr>
        <dsp:cNvPr id="0" name=""/>
        <dsp:cNvSpPr/>
      </dsp:nvSpPr>
      <dsp:spPr>
        <a:xfrm>
          <a:off x="0" y="609100"/>
          <a:ext cx="3139328" cy="52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ID (PK)</a:t>
          </a:r>
        </a:p>
      </dsp:txBody>
      <dsp:txXfrm>
        <a:off x="25587" y="634687"/>
        <a:ext cx="3088154" cy="472986"/>
      </dsp:txXfrm>
    </dsp:sp>
    <dsp:sp modelId="{D0124BB0-621C-4AE4-A716-BEDD3803B8C7}">
      <dsp:nvSpPr>
        <dsp:cNvPr id="0" name=""/>
        <dsp:cNvSpPr/>
      </dsp:nvSpPr>
      <dsp:spPr>
        <a:xfrm>
          <a:off x="0" y="1213900"/>
          <a:ext cx="3139328" cy="52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Name (</a:t>
          </a:r>
          <a:r>
            <a:rPr lang="en-GB" sz="1400" b="0" i="0" kern="1200" dirty="0" err="1"/>
            <a:t>CharField</a:t>
          </a:r>
          <a:r>
            <a:rPr lang="en-GB" sz="1400" b="0" i="0" kern="1200" dirty="0"/>
            <a:t> 100, unique</a:t>
          </a:r>
          <a:r>
            <a:rPr lang="en-GB" sz="1400" kern="1200" dirty="0"/>
            <a:t>) </a:t>
          </a:r>
        </a:p>
      </dsp:txBody>
      <dsp:txXfrm>
        <a:off x="25587" y="1239487"/>
        <a:ext cx="3088154" cy="472986"/>
      </dsp:txXfrm>
    </dsp:sp>
    <dsp:sp modelId="{FA4F98AC-6555-4F23-91EE-327C1A1FA95B}">
      <dsp:nvSpPr>
        <dsp:cNvPr id="0" name=""/>
        <dsp:cNvSpPr/>
      </dsp:nvSpPr>
      <dsp:spPr>
        <a:xfrm>
          <a:off x="0" y="1823000"/>
          <a:ext cx="3139328" cy="52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 err="1"/>
            <a:t>image_url</a:t>
          </a:r>
          <a:r>
            <a:rPr lang="en-GB" sz="1100" kern="1200" dirty="0"/>
            <a:t> (</a:t>
          </a:r>
          <a:r>
            <a:rPr lang="en-GB" sz="1100" b="0" i="0" kern="1200" dirty="0" err="1"/>
            <a:t>CharField</a:t>
          </a:r>
          <a:r>
            <a:rPr lang="en-GB" sz="1100" b="0" i="0" kern="1200" dirty="0"/>
            <a:t> 255, null=True, blank=True</a:t>
          </a:r>
          <a:r>
            <a:rPr lang="en-GB" sz="1100" kern="1200" dirty="0"/>
            <a:t>)</a:t>
          </a:r>
        </a:p>
      </dsp:txBody>
      <dsp:txXfrm>
        <a:off x="25587" y="1848587"/>
        <a:ext cx="3088154" cy="4729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AC32A-9497-4988-5AF8-66BAB6B99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B3FDFD-7D4C-4646-0B32-55F0066FEA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067F1-318A-B888-BEE9-3BAB09045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204F8-EF5D-426C-9DD1-73881519994E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E8EDA-F900-7DAF-C729-6BC0AA2C2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50A9C-18AD-F5BF-967E-56902207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4766D-58CA-47D8-9A96-77726F31EE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5739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E46B5-3769-AE50-6986-B4844CD00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27F78-3B01-6BD6-6198-9B5DCE51E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029A1-779E-1FCD-D011-20716E3CE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204F8-EF5D-426C-9DD1-73881519994E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DC5EB-8D8C-EFB7-0B23-A3D6BF71D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336A5-73D1-0794-F15A-BCF03B24A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4766D-58CA-47D8-9A96-77726F31EE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201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F6425-FB9D-60F6-C4F0-680F6B809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57D06-BF28-87F4-2BD1-099AECA71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83A3C-2BE5-6A44-E0CB-5E9DFA64C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204F8-EF5D-426C-9DD1-73881519994E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EBDD9-95B9-6A59-9E01-10AC573B7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D1F2C-36BD-CCF0-21AE-B9A558E99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4766D-58CA-47D8-9A96-77726F31EE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118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8D6EB-2AF6-A34B-C6DC-17795048D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49D76-B9DA-869D-617F-8F241E603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FC5B58-186B-2A3B-8AD4-29FB00605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CF98AB-F49B-F9F3-0B39-05F1EDA14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204F8-EF5D-426C-9DD1-73881519994E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A91D0-F039-E234-AB92-414BB0C1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05AEF-0086-A598-5715-0128549D2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4766D-58CA-47D8-9A96-77726F31EE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6587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3E415-E18D-56D2-2926-BFAD1506F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328F1-D32C-7E82-2B99-0F2E7FFD0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61F51-5281-D454-C507-D0BD4D8723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0D8914-3B8A-7AD0-7535-F51AE80676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3EA268-0DF1-48E9-EE3C-84E49CC13C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88E724-F6F8-5942-2F01-0D677A103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204F8-EF5D-426C-9DD1-73881519994E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05BCCF-5EF4-C485-F103-295C4BF2B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1DD2D9-3EE3-0078-96B3-962A23BAD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4766D-58CA-47D8-9A96-77726F31EE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269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74FA2-729D-E770-E5C2-32E3B3EDB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BE169F-50A7-1079-7C6C-BF48095DB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204F8-EF5D-426C-9DD1-73881519994E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A6B068-16F8-3656-FF4D-C6616B82F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A63641-26DB-B4CC-E882-B42DFF25E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4766D-58CA-47D8-9A96-77726F31EE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1982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5E81CE-86BF-683C-DCD1-5656C2AD1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204F8-EF5D-426C-9DD1-73881519994E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DBB7-97FE-EB07-8D9D-FC22C967A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63832-3792-ACFB-5E78-3576F5E8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4766D-58CA-47D8-9A96-77726F31EE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459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5A417-6A69-919B-BD38-8A4C9865F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51058-650F-FAD2-19D7-A0EFA1450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4B218B-E116-A554-61DB-D68D5176DF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F78C42-0E75-EB69-4FB9-88AF26818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204F8-EF5D-426C-9DD1-73881519994E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AD49F-DA73-D33B-C91B-887874525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AD643-AB40-D730-DD6B-ACC113880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4766D-58CA-47D8-9A96-77726F31EE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0008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5575D-3FBA-A469-3FCC-BB9A04AE4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ADC4C4-B116-6A33-A5EB-CD09C6D57DF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1F937-0E05-F591-B13D-B82F02EFD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C5921E-2DD2-5EA7-81EE-42A47DF60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204F8-EF5D-426C-9DD1-73881519994E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6A21D1-EED3-EB99-E127-DE7DC91E7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35FD94-698B-2CC6-C85F-04DAC51C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4766D-58CA-47D8-9A96-77726F31EE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617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6C011-B769-7671-82BB-DEE223D26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9206C1-9F83-1986-35DA-D64245353F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1F2E4-C932-DB69-4BC7-8132F7DD4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204F8-EF5D-426C-9DD1-73881519994E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47A2D-7495-D430-F620-197770703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A7BA9-18F4-4F83-8B4E-A5ECB7B65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4766D-58CA-47D8-9A96-77726F31EE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9764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F517CC-6C00-2B9D-0EC2-C5A6F67545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CFA826-B36D-2D2A-6A90-8366442EA6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E76CB-E96C-D99E-228A-FFE50C719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204F8-EF5D-426C-9DD1-73881519994E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C3226-1A32-6E06-89F2-D9F13C229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04028-E6FC-41B7-6303-486D14235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4766D-58CA-47D8-9A96-77726F31EE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4634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31C81C-BD88-9193-7E9B-D7E4ED1BA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6D395A-60C1-69DF-12D3-435FECCD8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C5255-2BE7-899E-668B-6578E00C7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E204F8-EF5D-426C-9DD1-73881519994E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F827E-865D-C0F2-D944-3ED08E5497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9ECF6-1C64-B808-379E-8E4A7222B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B4766D-58CA-47D8-9A96-77726F31EE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20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EEDCEB2-B9F0-32FF-56D9-906223A206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7805262"/>
              </p:ext>
            </p:extLst>
          </p:nvPr>
        </p:nvGraphicFramePr>
        <p:xfrm>
          <a:off x="229854" y="329248"/>
          <a:ext cx="3139328" cy="23471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0" name="Rectangle 39">
            <a:extLst>
              <a:ext uri="{FF2B5EF4-FFF2-40B4-BE49-F238E27FC236}">
                <a16:creationId xmlns:a16="http://schemas.microsoft.com/office/drawing/2014/main" id="{40C16A0A-6164-C825-0F9D-DCBA271978EF}"/>
              </a:ext>
            </a:extLst>
          </p:cNvPr>
          <p:cNvSpPr/>
          <p:nvPr/>
        </p:nvSpPr>
        <p:spPr>
          <a:xfrm>
            <a:off x="8640717" y="2451181"/>
            <a:ext cx="2402732" cy="17271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5304FB9-1F32-7D51-73D1-0AC3DB3D76C0}"/>
              </a:ext>
            </a:extLst>
          </p:cNvPr>
          <p:cNvGrpSpPr/>
          <p:nvPr/>
        </p:nvGrpSpPr>
        <p:grpSpPr>
          <a:xfrm>
            <a:off x="8744105" y="2550146"/>
            <a:ext cx="2200415" cy="319948"/>
            <a:chOff x="0" y="45336"/>
            <a:chExt cx="2130950" cy="417690"/>
          </a:xfrm>
          <a:solidFill>
            <a:schemeClr val="accent4"/>
          </a:solidFill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1E377CAC-DD8A-D3B1-90B8-36813675FE38}"/>
                </a:ext>
              </a:extLst>
            </p:cNvPr>
            <p:cNvSpPr/>
            <p:nvPr/>
          </p:nvSpPr>
          <p:spPr>
            <a:xfrm>
              <a:off x="0" y="45336"/>
              <a:ext cx="2130950" cy="417690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9" name="Rectangle: Rounded Corners 4">
              <a:extLst>
                <a:ext uri="{FF2B5EF4-FFF2-40B4-BE49-F238E27FC236}">
                  <a16:creationId xmlns:a16="http://schemas.microsoft.com/office/drawing/2014/main" id="{15DAD433-E119-E72E-8C19-CAAFF84872CE}"/>
                </a:ext>
              </a:extLst>
            </p:cNvPr>
            <p:cNvSpPr txBox="1"/>
            <p:nvPr/>
          </p:nvSpPr>
          <p:spPr>
            <a:xfrm>
              <a:off x="20390" y="65726"/>
              <a:ext cx="2090170" cy="37691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lvl="0" indent="0" algn="l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700" kern="1200" dirty="0"/>
                <a:t>recipe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B3FA61C-C006-E1F4-D9B1-8388FBA9EAC7}"/>
              </a:ext>
            </a:extLst>
          </p:cNvPr>
          <p:cNvGrpSpPr/>
          <p:nvPr/>
        </p:nvGrpSpPr>
        <p:grpSpPr>
          <a:xfrm>
            <a:off x="8744105" y="2968991"/>
            <a:ext cx="2179361" cy="319948"/>
            <a:chOff x="0" y="511986"/>
            <a:chExt cx="2130950" cy="41769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4D1D9F21-F082-5954-FD98-49B4C1ED9BAF}"/>
                </a:ext>
              </a:extLst>
            </p:cNvPr>
            <p:cNvSpPr/>
            <p:nvPr/>
          </p:nvSpPr>
          <p:spPr>
            <a:xfrm>
              <a:off x="0" y="511986"/>
              <a:ext cx="2130950" cy="41769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7" name="Rectangle: Rounded Corners 6">
              <a:extLst>
                <a:ext uri="{FF2B5EF4-FFF2-40B4-BE49-F238E27FC236}">
                  <a16:creationId xmlns:a16="http://schemas.microsoft.com/office/drawing/2014/main" id="{231B6E70-2820-8349-5C9D-31B44294B883}"/>
                </a:ext>
              </a:extLst>
            </p:cNvPr>
            <p:cNvSpPr txBox="1"/>
            <p:nvPr/>
          </p:nvSpPr>
          <p:spPr>
            <a:xfrm>
              <a:off x="20390" y="532376"/>
              <a:ext cx="2090170" cy="3769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lvl="0" indent="0" algn="l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700" dirty="0"/>
                <a:t>ID (PK)</a:t>
              </a:r>
              <a:endParaRPr lang="en-GB" sz="1700" kern="12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051467-C5B7-9887-2318-68725309A860}"/>
              </a:ext>
            </a:extLst>
          </p:cNvPr>
          <p:cNvGrpSpPr/>
          <p:nvPr/>
        </p:nvGrpSpPr>
        <p:grpSpPr>
          <a:xfrm>
            <a:off x="8764958" y="3732475"/>
            <a:ext cx="2117200" cy="319948"/>
            <a:chOff x="0" y="978636"/>
            <a:chExt cx="2130950" cy="417690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FC6CABD4-B1A3-0019-0BE0-40ADC70452CF}"/>
                </a:ext>
              </a:extLst>
            </p:cNvPr>
            <p:cNvSpPr/>
            <p:nvPr/>
          </p:nvSpPr>
          <p:spPr>
            <a:xfrm>
              <a:off x="0" y="978636"/>
              <a:ext cx="2130950" cy="41769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5" name="Rectangle: Rounded Corners 8">
              <a:extLst>
                <a:ext uri="{FF2B5EF4-FFF2-40B4-BE49-F238E27FC236}">
                  <a16:creationId xmlns:a16="http://schemas.microsoft.com/office/drawing/2014/main" id="{EEF00067-1E84-DE78-296C-8B0B601EE797}"/>
                </a:ext>
              </a:extLst>
            </p:cNvPr>
            <p:cNvSpPr txBox="1"/>
            <p:nvPr/>
          </p:nvSpPr>
          <p:spPr>
            <a:xfrm>
              <a:off x="20390" y="999026"/>
              <a:ext cx="2090170" cy="3769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lvl="0" indent="0" algn="l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700" dirty="0"/>
                <a:t>t</a:t>
              </a:r>
              <a:r>
                <a:rPr lang="en-GB" sz="1700" kern="1200" dirty="0"/>
                <a:t>ext (text field) </a:t>
              </a:r>
            </a:p>
          </p:txBody>
        </p: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90EF1292-5A3A-3EAD-E581-27342C8A81DF}"/>
              </a:ext>
            </a:extLst>
          </p:cNvPr>
          <p:cNvSpPr/>
          <p:nvPr/>
        </p:nvSpPr>
        <p:spPr>
          <a:xfrm>
            <a:off x="9155348" y="311957"/>
            <a:ext cx="2402732" cy="16634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77868E3-4669-DC0A-E47D-45EE815F33FC}"/>
              </a:ext>
            </a:extLst>
          </p:cNvPr>
          <p:cNvGrpSpPr/>
          <p:nvPr/>
        </p:nvGrpSpPr>
        <p:grpSpPr>
          <a:xfrm>
            <a:off x="9306126" y="477326"/>
            <a:ext cx="2130950" cy="417690"/>
            <a:chOff x="0" y="45336"/>
            <a:chExt cx="2130950" cy="417690"/>
          </a:xfrm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5B74E314-001E-DF98-18AF-DA1DDD917DC1}"/>
                </a:ext>
              </a:extLst>
            </p:cNvPr>
            <p:cNvSpPr/>
            <p:nvPr/>
          </p:nvSpPr>
          <p:spPr>
            <a:xfrm>
              <a:off x="0" y="45336"/>
              <a:ext cx="2130950" cy="41769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54" name="Rectangle: Rounded Corners 4">
              <a:extLst>
                <a:ext uri="{FF2B5EF4-FFF2-40B4-BE49-F238E27FC236}">
                  <a16:creationId xmlns:a16="http://schemas.microsoft.com/office/drawing/2014/main" id="{13F7E7B6-5891-9209-D02A-302378224041}"/>
                </a:ext>
              </a:extLst>
            </p:cNvPr>
            <p:cNvSpPr txBox="1"/>
            <p:nvPr/>
          </p:nvSpPr>
          <p:spPr>
            <a:xfrm>
              <a:off x="20390" y="65726"/>
              <a:ext cx="2090170" cy="376910"/>
            </a:xfrm>
            <a:prstGeom prst="rect">
              <a:avLst/>
            </a:prstGeom>
            <a:solidFill>
              <a:schemeClr val="accent4"/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lvl="0" indent="0" algn="l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700" kern="1200" dirty="0"/>
                <a:t>ingredient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34DDCAE-D7FD-803A-A664-CFB794225447}"/>
              </a:ext>
            </a:extLst>
          </p:cNvPr>
          <p:cNvGrpSpPr/>
          <p:nvPr/>
        </p:nvGrpSpPr>
        <p:grpSpPr>
          <a:xfrm>
            <a:off x="9306126" y="943976"/>
            <a:ext cx="2130950" cy="417690"/>
            <a:chOff x="0" y="511986"/>
            <a:chExt cx="2130950" cy="417690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3232CFCD-20CD-562F-1944-B040B144DB86}"/>
                </a:ext>
              </a:extLst>
            </p:cNvPr>
            <p:cNvSpPr/>
            <p:nvPr/>
          </p:nvSpPr>
          <p:spPr>
            <a:xfrm>
              <a:off x="0" y="511986"/>
              <a:ext cx="2130950" cy="41769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57" name="Rectangle: Rounded Corners 6">
              <a:extLst>
                <a:ext uri="{FF2B5EF4-FFF2-40B4-BE49-F238E27FC236}">
                  <a16:creationId xmlns:a16="http://schemas.microsoft.com/office/drawing/2014/main" id="{D29ED82B-16FC-0C3B-ED9B-EF78B76499E8}"/>
                </a:ext>
              </a:extLst>
            </p:cNvPr>
            <p:cNvSpPr txBox="1"/>
            <p:nvPr/>
          </p:nvSpPr>
          <p:spPr>
            <a:xfrm>
              <a:off x="20390" y="532376"/>
              <a:ext cx="2090170" cy="3769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lvl="0" indent="0" algn="l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700" dirty="0"/>
                <a:t>ID (PK)</a:t>
              </a:r>
              <a:endParaRPr lang="en-GB" sz="1700" kern="1200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27949F2-A23A-2826-6C84-D97BB736115C}"/>
              </a:ext>
            </a:extLst>
          </p:cNvPr>
          <p:cNvGrpSpPr/>
          <p:nvPr/>
        </p:nvGrpSpPr>
        <p:grpSpPr>
          <a:xfrm>
            <a:off x="9306126" y="1410626"/>
            <a:ext cx="2130950" cy="417690"/>
            <a:chOff x="0" y="978636"/>
            <a:chExt cx="2130950" cy="417690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694115A2-BDEF-C074-EF68-63A35FC2F2EE}"/>
                </a:ext>
              </a:extLst>
            </p:cNvPr>
            <p:cNvSpPr/>
            <p:nvPr/>
          </p:nvSpPr>
          <p:spPr>
            <a:xfrm>
              <a:off x="0" y="978636"/>
              <a:ext cx="2130950" cy="41769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60" name="Rectangle: Rounded Corners 8">
              <a:extLst>
                <a:ext uri="{FF2B5EF4-FFF2-40B4-BE49-F238E27FC236}">
                  <a16:creationId xmlns:a16="http://schemas.microsoft.com/office/drawing/2014/main" id="{59A9D5C8-654F-B7C4-9DA0-7E312C4BAB99}"/>
                </a:ext>
              </a:extLst>
            </p:cNvPr>
            <p:cNvSpPr txBox="1"/>
            <p:nvPr/>
          </p:nvSpPr>
          <p:spPr>
            <a:xfrm>
              <a:off x="20390" y="999026"/>
              <a:ext cx="2090170" cy="3769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fontAlgn="t">
                <a:lnSpc>
                  <a:spcPct val="100000"/>
                </a:lnSpc>
                <a:buNone/>
              </a:pPr>
              <a:r>
                <a:rPr lang="en-GB" sz="1200" dirty="0"/>
                <a:t>name (</a:t>
              </a:r>
              <a:r>
                <a:rPr lang="en-GB" sz="1200" dirty="0" err="1"/>
                <a:t>CharField</a:t>
              </a:r>
              <a:r>
                <a:rPr lang="en-GB" sz="1200" dirty="0"/>
                <a:t> 100, unique)</a:t>
              </a:r>
            </a:p>
          </p:txBody>
        </p:sp>
      </p:grp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A4C27F39-16B9-6C59-6878-99ED7CD4BC62}"/>
              </a:ext>
            </a:extLst>
          </p:cNvPr>
          <p:cNvCxnSpPr>
            <a:cxnSpLocks/>
          </p:cNvCxnSpPr>
          <p:nvPr/>
        </p:nvCxnSpPr>
        <p:spPr>
          <a:xfrm>
            <a:off x="3369182" y="1204827"/>
            <a:ext cx="5234086" cy="2264128"/>
          </a:xfrm>
          <a:prstGeom prst="bentConnector3">
            <a:avLst>
              <a:gd name="adj1" fmla="val 3126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B684EE74-021D-7AE9-E6E2-B6FD651A9C8F}"/>
              </a:ext>
            </a:extLst>
          </p:cNvPr>
          <p:cNvCxnSpPr>
            <a:cxnSpLocks/>
          </p:cNvCxnSpPr>
          <p:nvPr/>
        </p:nvCxnSpPr>
        <p:spPr>
          <a:xfrm>
            <a:off x="3347499" y="1347720"/>
            <a:ext cx="5307587" cy="4142170"/>
          </a:xfrm>
          <a:prstGeom prst="bentConnector3">
            <a:avLst>
              <a:gd name="adj1" fmla="val 1927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C52ADC69-A7E2-60FC-4D04-F9991945647E}"/>
              </a:ext>
            </a:extLst>
          </p:cNvPr>
          <p:cNvSpPr/>
          <p:nvPr/>
        </p:nvSpPr>
        <p:spPr>
          <a:xfrm>
            <a:off x="5797686" y="329247"/>
            <a:ext cx="2319568" cy="20370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09346AD-941A-4A47-478E-EC92D1A1321A}"/>
              </a:ext>
            </a:extLst>
          </p:cNvPr>
          <p:cNvGrpSpPr/>
          <p:nvPr/>
        </p:nvGrpSpPr>
        <p:grpSpPr>
          <a:xfrm>
            <a:off x="5896237" y="478628"/>
            <a:ext cx="2130950" cy="417690"/>
            <a:chOff x="0" y="45336"/>
            <a:chExt cx="2130950" cy="417690"/>
          </a:xfrm>
          <a:solidFill>
            <a:schemeClr val="accent4"/>
          </a:solidFill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26EC2AC8-8282-D4FF-820B-1763828E9545}"/>
                </a:ext>
              </a:extLst>
            </p:cNvPr>
            <p:cNvSpPr/>
            <p:nvPr/>
          </p:nvSpPr>
          <p:spPr>
            <a:xfrm>
              <a:off x="0" y="45336"/>
              <a:ext cx="2130950" cy="417690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86" name="Rectangle: Rounded Corners 4">
              <a:extLst>
                <a:ext uri="{FF2B5EF4-FFF2-40B4-BE49-F238E27FC236}">
                  <a16:creationId xmlns:a16="http://schemas.microsoft.com/office/drawing/2014/main" id="{5E53E839-E693-785F-8879-F3F27A925645}"/>
                </a:ext>
              </a:extLst>
            </p:cNvPr>
            <p:cNvSpPr txBox="1"/>
            <p:nvPr/>
          </p:nvSpPr>
          <p:spPr>
            <a:xfrm>
              <a:off x="20390" y="65726"/>
              <a:ext cx="2090170" cy="37691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lvl="0" indent="0" algn="l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700" kern="1200" dirty="0" err="1"/>
                <a:t>cocktailingredient</a:t>
              </a:r>
              <a:endParaRPr lang="en-GB" sz="1700" kern="1200" dirty="0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C234A8F-433E-858E-29BA-21DABF017CA7}"/>
              </a:ext>
            </a:extLst>
          </p:cNvPr>
          <p:cNvGrpSpPr/>
          <p:nvPr/>
        </p:nvGrpSpPr>
        <p:grpSpPr>
          <a:xfrm>
            <a:off x="5896237" y="1368110"/>
            <a:ext cx="2130950" cy="417690"/>
            <a:chOff x="0" y="511986"/>
            <a:chExt cx="2130950" cy="417690"/>
          </a:xfrm>
        </p:grpSpPr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01B5B4DF-287A-C5AF-4FFB-1D182AAD43F0}"/>
                </a:ext>
              </a:extLst>
            </p:cNvPr>
            <p:cNvSpPr/>
            <p:nvPr/>
          </p:nvSpPr>
          <p:spPr>
            <a:xfrm>
              <a:off x="0" y="511986"/>
              <a:ext cx="2130950" cy="41769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84" name="Rectangle: Rounded Corners 6">
              <a:extLst>
                <a:ext uri="{FF2B5EF4-FFF2-40B4-BE49-F238E27FC236}">
                  <a16:creationId xmlns:a16="http://schemas.microsoft.com/office/drawing/2014/main" id="{9EE1AEF8-D300-CBEC-04D0-E678665A472C}"/>
                </a:ext>
              </a:extLst>
            </p:cNvPr>
            <p:cNvSpPr txBox="1"/>
            <p:nvPr/>
          </p:nvSpPr>
          <p:spPr>
            <a:xfrm>
              <a:off x="20390" y="532376"/>
              <a:ext cx="2090170" cy="3769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lvl="0" indent="0" algn="l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dirty="0" err="1"/>
                <a:t>c</a:t>
              </a:r>
              <a:r>
                <a:rPr lang="en-GB" sz="1200" kern="1200" dirty="0" err="1"/>
                <a:t>ocktail_id</a:t>
              </a:r>
              <a:r>
                <a:rPr lang="en-GB" sz="1200" kern="1200" dirty="0"/>
                <a:t> (FK)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55C2E8E-8506-499F-AEDF-11A8B7E57C16}"/>
              </a:ext>
            </a:extLst>
          </p:cNvPr>
          <p:cNvGrpSpPr/>
          <p:nvPr/>
        </p:nvGrpSpPr>
        <p:grpSpPr>
          <a:xfrm>
            <a:off x="5896237" y="1834760"/>
            <a:ext cx="2130950" cy="417690"/>
            <a:chOff x="0" y="978636"/>
            <a:chExt cx="2130950" cy="417690"/>
          </a:xfrm>
        </p:grpSpPr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B46D5C70-620A-1A43-D5C5-6863ACB4DDC8}"/>
                </a:ext>
              </a:extLst>
            </p:cNvPr>
            <p:cNvSpPr/>
            <p:nvPr/>
          </p:nvSpPr>
          <p:spPr>
            <a:xfrm>
              <a:off x="0" y="978636"/>
              <a:ext cx="2130950" cy="41769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82" name="Rectangle: Rounded Corners 8">
              <a:extLst>
                <a:ext uri="{FF2B5EF4-FFF2-40B4-BE49-F238E27FC236}">
                  <a16:creationId xmlns:a16="http://schemas.microsoft.com/office/drawing/2014/main" id="{2A355F10-848F-6159-1A05-01EE0CB4B6A4}"/>
                </a:ext>
              </a:extLst>
            </p:cNvPr>
            <p:cNvSpPr txBox="1"/>
            <p:nvPr/>
          </p:nvSpPr>
          <p:spPr>
            <a:xfrm>
              <a:off x="20390" y="999026"/>
              <a:ext cx="2090170" cy="3769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lvl="0" indent="0" algn="l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100" kern="1200" dirty="0" err="1"/>
                <a:t>Ingredient_id</a:t>
              </a:r>
              <a:r>
                <a:rPr lang="en-GB" sz="1100" kern="1200" dirty="0"/>
                <a:t> (FK)</a:t>
              </a:r>
            </a:p>
          </p:txBody>
        </p:sp>
      </p:grp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2E3FF3E7-DE49-BD98-9CAF-60105EC24454}"/>
              </a:ext>
            </a:extLst>
          </p:cNvPr>
          <p:cNvCxnSpPr>
            <a:cxnSpLocks/>
            <a:endCxn id="51" idx="1"/>
          </p:cNvCxnSpPr>
          <p:nvPr/>
        </p:nvCxnSpPr>
        <p:spPr>
          <a:xfrm flipV="1">
            <a:off x="8125738" y="1143672"/>
            <a:ext cx="1029610" cy="90933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5BB3538F-B665-9A63-777B-1A596A864CE9}"/>
              </a:ext>
            </a:extLst>
          </p:cNvPr>
          <p:cNvCxnSpPr>
            <a:cxnSpLocks/>
          </p:cNvCxnSpPr>
          <p:nvPr/>
        </p:nvCxnSpPr>
        <p:spPr>
          <a:xfrm>
            <a:off x="3347499" y="1018821"/>
            <a:ext cx="2458671" cy="558134"/>
          </a:xfrm>
          <a:prstGeom prst="bentConnector3">
            <a:avLst>
              <a:gd name="adj1" fmla="val 79906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E4468133-4AF0-F824-BBB6-B8046FF21DF8}"/>
              </a:ext>
            </a:extLst>
          </p:cNvPr>
          <p:cNvGrpSpPr/>
          <p:nvPr/>
        </p:nvGrpSpPr>
        <p:grpSpPr>
          <a:xfrm>
            <a:off x="5916627" y="944988"/>
            <a:ext cx="2110560" cy="396287"/>
            <a:chOff x="0" y="511986"/>
            <a:chExt cx="2130950" cy="417690"/>
          </a:xfrm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751C1DC0-7554-0850-0CC5-09B4BB0E0DB0}"/>
                </a:ext>
              </a:extLst>
            </p:cNvPr>
            <p:cNvSpPr/>
            <p:nvPr/>
          </p:nvSpPr>
          <p:spPr>
            <a:xfrm>
              <a:off x="0" y="511986"/>
              <a:ext cx="2130950" cy="41769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03" name="Rectangle: Rounded Corners 6">
              <a:extLst>
                <a:ext uri="{FF2B5EF4-FFF2-40B4-BE49-F238E27FC236}">
                  <a16:creationId xmlns:a16="http://schemas.microsoft.com/office/drawing/2014/main" id="{8AA3001C-B617-4D59-4E17-004F7BB3B312}"/>
                </a:ext>
              </a:extLst>
            </p:cNvPr>
            <p:cNvSpPr txBox="1"/>
            <p:nvPr/>
          </p:nvSpPr>
          <p:spPr>
            <a:xfrm>
              <a:off x="20390" y="532376"/>
              <a:ext cx="2090170" cy="3769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lvl="0" indent="0" algn="l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700" dirty="0"/>
                <a:t>ID (PK)</a:t>
              </a:r>
              <a:endParaRPr lang="en-GB" sz="1700" kern="1200" dirty="0"/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C2D4B1AE-4F40-35CF-32E8-D1AEF2B2EDFE}"/>
              </a:ext>
            </a:extLst>
          </p:cNvPr>
          <p:cNvGrpSpPr/>
          <p:nvPr/>
        </p:nvGrpSpPr>
        <p:grpSpPr>
          <a:xfrm>
            <a:off x="8764957" y="3343093"/>
            <a:ext cx="2137655" cy="319947"/>
            <a:chOff x="0" y="511986"/>
            <a:chExt cx="2130950" cy="417690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ACB27B84-7093-A24E-5D64-E60A14B95371}"/>
                </a:ext>
              </a:extLst>
            </p:cNvPr>
            <p:cNvSpPr/>
            <p:nvPr/>
          </p:nvSpPr>
          <p:spPr>
            <a:xfrm>
              <a:off x="0" y="511986"/>
              <a:ext cx="2130950" cy="41769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20" name="Rectangle: Rounded Corners 6">
              <a:extLst>
                <a:ext uri="{FF2B5EF4-FFF2-40B4-BE49-F238E27FC236}">
                  <a16:creationId xmlns:a16="http://schemas.microsoft.com/office/drawing/2014/main" id="{7B55C633-C0A2-1FDF-A7CA-9D6F302A214A}"/>
                </a:ext>
              </a:extLst>
            </p:cNvPr>
            <p:cNvSpPr txBox="1"/>
            <p:nvPr/>
          </p:nvSpPr>
          <p:spPr>
            <a:xfrm>
              <a:off x="20389" y="532378"/>
              <a:ext cx="2090170" cy="3769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lvl="0" indent="0" algn="l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050" kern="1200" dirty="0" err="1"/>
                <a:t>Cocktail_id</a:t>
              </a:r>
              <a:r>
                <a:rPr lang="en-GB" sz="1050" kern="1200" dirty="0"/>
                <a:t> (FK, </a:t>
              </a:r>
              <a:r>
                <a:rPr lang="en-GB" sz="1050" kern="1200" dirty="0" err="1"/>
                <a:t>OneToOne</a:t>
              </a:r>
              <a:r>
                <a:rPr lang="en-GB" sz="1050" kern="1200" dirty="0"/>
                <a:t>)</a:t>
              </a:r>
            </a:p>
          </p:txBody>
        </p:sp>
      </p:grpSp>
      <p:sp>
        <p:nvSpPr>
          <p:cNvPr id="130" name="Rectangle 129">
            <a:extLst>
              <a:ext uri="{FF2B5EF4-FFF2-40B4-BE49-F238E27FC236}">
                <a16:creationId xmlns:a16="http://schemas.microsoft.com/office/drawing/2014/main" id="{88744FEF-5A8D-47ED-A254-474083F14A4F}"/>
              </a:ext>
            </a:extLst>
          </p:cNvPr>
          <p:cNvSpPr/>
          <p:nvPr/>
        </p:nvSpPr>
        <p:spPr>
          <a:xfrm>
            <a:off x="8661171" y="4433034"/>
            <a:ext cx="2402732" cy="17271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ED011540-721A-A075-76DA-8EDD8C594FE4}"/>
              </a:ext>
            </a:extLst>
          </p:cNvPr>
          <p:cNvGrpSpPr/>
          <p:nvPr/>
        </p:nvGrpSpPr>
        <p:grpSpPr>
          <a:xfrm>
            <a:off x="8764559" y="4531999"/>
            <a:ext cx="2200415" cy="319948"/>
            <a:chOff x="0" y="45336"/>
            <a:chExt cx="2130950" cy="417690"/>
          </a:xfrm>
          <a:solidFill>
            <a:schemeClr val="accent4"/>
          </a:solidFill>
        </p:grpSpPr>
        <p:sp>
          <p:nvSpPr>
            <p:cNvPr id="132" name="Rectangle: Rounded Corners 131">
              <a:extLst>
                <a:ext uri="{FF2B5EF4-FFF2-40B4-BE49-F238E27FC236}">
                  <a16:creationId xmlns:a16="http://schemas.microsoft.com/office/drawing/2014/main" id="{9DAF59E9-0AE5-A857-2515-5284A0566559}"/>
                </a:ext>
              </a:extLst>
            </p:cNvPr>
            <p:cNvSpPr/>
            <p:nvPr/>
          </p:nvSpPr>
          <p:spPr>
            <a:xfrm>
              <a:off x="0" y="45336"/>
              <a:ext cx="2130950" cy="417690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3" name="Rectangle: Rounded Corners 4">
              <a:extLst>
                <a:ext uri="{FF2B5EF4-FFF2-40B4-BE49-F238E27FC236}">
                  <a16:creationId xmlns:a16="http://schemas.microsoft.com/office/drawing/2014/main" id="{7BB698CA-A731-DFB4-6560-B058303DB9F5}"/>
                </a:ext>
              </a:extLst>
            </p:cNvPr>
            <p:cNvSpPr txBox="1"/>
            <p:nvPr/>
          </p:nvSpPr>
          <p:spPr>
            <a:xfrm>
              <a:off x="20390" y="65726"/>
              <a:ext cx="2090170" cy="37691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lvl="0" indent="0" algn="l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700" dirty="0"/>
                <a:t>history</a:t>
              </a:r>
              <a:endParaRPr lang="en-GB" sz="1700" kern="1200" dirty="0"/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B6FC0A39-1C9C-E899-1F83-10F079AF7EAA}"/>
              </a:ext>
            </a:extLst>
          </p:cNvPr>
          <p:cNvGrpSpPr/>
          <p:nvPr/>
        </p:nvGrpSpPr>
        <p:grpSpPr>
          <a:xfrm>
            <a:off x="8764559" y="4950844"/>
            <a:ext cx="2179361" cy="319948"/>
            <a:chOff x="0" y="511986"/>
            <a:chExt cx="2130950" cy="417690"/>
          </a:xfrm>
        </p:grpSpPr>
        <p:sp>
          <p:nvSpPr>
            <p:cNvPr id="135" name="Rectangle: Rounded Corners 134">
              <a:extLst>
                <a:ext uri="{FF2B5EF4-FFF2-40B4-BE49-F238E27FC236}">
                  <a16:creationId xmlns:a16="http://schemas.microsoft.com/office/drawing/2014/main" id="{32D74223-09CD-5932-6C71-1AEF8762AA13}"/>
                </a:ext>
              </a:extLst>
            </p:cNvPr>
            <p:cNvSpPr/>
            <p:nvPr/>
          </p:nvSpPr>
          <p:spPr>
            <a:xfrm>
              <a:off x="0" y="511986"/>
              <a:ext cx="2130950" cy="41769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6" name="Rectangle: Rounded Corners 6">
              <a:extLst>
                <a:ext uri="{FF2B5EF4-FFF2-40B4-BE49-F238E27FC236}">
                  <a16:creationId xmlns:a16="http://schemas.microsoft.com/office/drawing/2014/main" id="{04128CA7-E16D-86A5-7CBD-837BBF805B82}"/>
                </a:ext>
              </a:extLst>
            </p:cNvPr>
            <p:cNvSpPr txBox="1"/>
            <p:nvPr/>
          </p:nvSpPr>
          <p:spPr>
            <a:xfrm>
              <a:off x="20390" y="532376"/>
              <a:ext cx="2090170" cy="3769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lvl="0" indent="0" algn="l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700" dirty="0"/>
                <a:t>ID (PK)</a:t>
              </a:r>
              <a:endParaRPr lang="en-GB" sz="1700" kern="1200" dirty="0"/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12787908-29E1-DA76-59C2-AC4070298349}"/>
              </a:ext>
            </a:extLst>
          </p:cNvPr>
          <p:cNvGrpSpPr/>
          <p:nvPr/>
        </p:nvGrpSpPr>
        <p:grpSpPr>
          <a:xfrm>
            <a:off x="8785412" y="5714328"/>
            <a:ext cx="2117200" cy="319948"/>
            <a:chOff x="0" y="978636"/>
            <a:chExt cx="2130950" cy="417690"/>
          </a:xfrm>
        </p:grpSpPr>
        <p:sp>
          <p:nvSpPr>
            <p:cNvPr id="138" name="Rectangle: Rounded Corners 137">
              <a:extLst>
                <a:ext uri="{FF2B5EF4-FFF2-40B4-BE49-F238E27FC236}">
                  <a16:creationId xmlns:a16="http://schemas.microsoft.com/office/drawing/2014/main" id="{689E8B65-B89E-0960-773C-5183D0FAE532}"/>
                </a:ext>
              </a:extLst>
            </p:cNvPr>
            <p:cNvSpPr/>
            <p:nvPr/>
          </p:nvSpPr>
          <p:spPr>
            <a:xfrm>
              <a:off x="0" y="978636"/>
              <a:ext cx="2130950" cy="41769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9" name="Rectangle: Rounded Corners 8">
              <a:extLst>
                <a:ext uri="{FF2B5EF4-FFF2-40B4-BE49-F238E27FC236}">
                  <a16:creationId xmlns:a16="http://schemas.microsoft.com/office/drawing/2014/main" id="{2FDB7719-74F6-7405-A80E-D00891B742FA}"/>
                </a:ext>
              </a:extLst>
            </p:cNvPr>
            <p:cNvSpPr txBox="1"/>
            <p:nvPr/>
          </p:nvSpPr>
          <p:spPr>
            <a:xfrm>
              <a:off x="20390" y="999026"/>
              <a:ext cx="2090170" cy="3769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lvl="0" indent="0" algn="l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700" dirty="0"/>
                <a:t>t</a:t>
              </a:r>
              <a:r>
                <a:rPr lang="en-GB" sz="1700" kern="1200" dirty="0"/>
                <a:t>ext (text field) 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BD4D02A5-B6F3-48D1-66DD-D7A8FA74F557}"/>
              </a:ext>
            </a:extLst>
          </p:cNvPr>
          <p:cNvGrpSpPr/>
          <p:nvPr/>
        </p:nvGrpSpPr>
        <p:grpSpPr>
          <a:xfrm>
            <a:off x="8785411" y="5324946"/>
            <a:ext cx="2137655" cy="319947"/>
            <a:chOff x="0" y="511986"/>
            <a:chExt cx="2130950" cy="417690"/>
          </a:xfrm>
        </p:grpSpPr>
        <p:sp>
          <p:nvSpPr>
            <p:cNvPr id="141" name="Rectangle: Rounded Corners 140">
              <a:extLst>
                <a:ext uri="{FF2B5EF4-FFF2-40B4-BE49-F238E27FC236}">
                  <a16:creationId xmlns:a16="http://schemas.microsoft.com/office/drawing/2014/main" id="{8EBCA985-DA0E-4065-FE9B-78FA0E1F2C7A}"/>
                </a:ext>
              </a:extLst>
            </p:cNvPr>
            <p:cNvSpPr/>
            <p:nvPr/>
          </p:nvSpPr>
          <p:spPr>
            <a:xfrm>
              <a:off x="0" y="511986"/>
              <a:ext cx="2130950" cy="41769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42" name="Rectangle: Rounded Corners 6">
              <a:extLst>
                <a:ext uri="{FF2B5EF4-FFF2-40B4-BE49-F238E27FC236}">
                  <a16:creationId xmlns:a16="http://schemas.microsoft.com/office/drawing/2014/main" id="{C1589FCC-2290-6218-B17E-DE1DF56A079F}"/>
                </a:ext>
              </a:extLst>
            </p:cNvPr>
            <p:cNvSpPr txBox="1"/>
            <p:nvPr/>
          </p:nvSpPr>
          <p:spPr>
            <a:xfrm>
              <a:off x="20389" y="532378"/>
              <a:ext cx="2090170" cy="3769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lvl="0" indent="0" algn="l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050" kern="1200" dirty="0" err="1"/>
                <a:t>Cocktail_id</a:t>
              </a:r>
              <a:r>
                <a:rPr lang="en-GB" sz="1050" kern="1200" dirty="0"/>
                <a:t> (FK, </a:t>
              </a:r>
              <a:r>
                <a:rPr lang="en-GB" sz="1050" kern="1200" dirty="0" err="1"/>
                <a:t>OneToOne</a:t>
              </a:r>
              <a:r>
                <a:rPr lang="en-GB" sz="1050" kern="1200" dirty="0"/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4395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87253DD-CEEE-F3D8-5CC9-09BB3A73921B}"/>
              </a:ext>
            </a:extLst>
          </p:cNvPr>
          <p:cNvSpPr/>
          <p:nvPr/>
        </p:nvSpPr>
        <p:spPr>
          <a:xfrm>
            <a:off x="6185630" y="1019547"/>
            <a:ext cx="2319568" cy="30753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1132CB8-C8EC-E497-649F-F8CC5AB791D2}"/>
              </a:ext>
            </a:extLst>
          </p:cNvPr>
          <p:cNvGrpSpPr/>
          <p:nvPr/>
        </p:nvGrpSpPr>
        <p:grpSpPr>
          <a:xfrm>
            <a:off x="6284181" y="1176879"/>
            <a:ext cx="2130950" cy="417690"/>
            <a:chOff x="0" y="45336"/>
            <a:chExt cx="2130950" cy="417690"/>
          </a:xfrm>
          <a:solidFill>
            <a:schemeClr val="accent4"/>
          </a:solidFill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175CEE7-0CFD-9DCC-13F2-A96C25CD891D}"/>
                </a:ext>
              </a:extLst>
            </p:cNvPr>
            <p:cNvSpPr/>
            <p:nvPr/>
          </p:nvSpPr>
          <p:spPr>
            <a:xfrm>
              <a:off x="0" y="45336"/>
              <a:ext cx="2130950" cy="417690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FB3A68F6-0FEC-BEF2-3194-F5E47FAEC1B1}"/>
                </a:ext>
              </a:extLst>
            </p:cNvPr>
            <p:cNvSpPr txBox="1"/>
            <p:nvPr/>
          </p:nvSpPr>
          <p:spPr>
            <a:xfrm>
              <a:off x="20390" y="65726"/>
              <a:ext cx="2090170" cy="37691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algn="ctr"/>
              <a:r>
                <a:rPr lang="en-GB" sz="1600" dirty="0"/>
                <a:t>reply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DA3A56-186B-844A-FD28-431F89A7F0E4}"/>
              </a:ext>
            </a:extLst>
          </p:cNvPr>
          <p:cNvGrpSpPr/>
          <p:nvPr/>
        </p:nvGrpSpPr>
        <p:grpSpPr>
          <a:xfrm>
            <a:off x="6284181" y="2066361"/>
            <a:ext cx="2130950" cy="417690"/>
            <a:chOff x="0" y="511986"/>
            <a:chExt cx="2130950" cy="41769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BAE3DB-F4E4-ABCE-7165-865FB1C0BABE}"/>
                </a:ext>
              </a:extLst>
            </p:cNvPr>
            <p:cNvSpPr/>
            <p:nvPr/>
          </p:nvSpPr>
          <p:spPr>
            <a:xfrm>
              <a:off x="0" y="511986"/>
              <a:ext cx="2130950" cy="41769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" name="Rectangle: Rounded Corners 6">
              <a:extLst>
                <a:ext uri="{FF2B5EF4-FFF2-40B4-BE49-F238E27FC236}">
                  <a16:creationId xmlns:a16="http://schemas.microsoft.com/office/drawing/2014/main" id="{83FE38CF-F3B4-EBBA-3B84-F2AA94DB23FA}"/>
                </a:ext>
              </a:extLst>
            </p:cNvPr>
            <p:cNvSpPr txBox="1"/>
            <p:nvPr/>
          </p:nvSpPr>
          <p:spPr>
            <a:xfrm>
              <a:off x="20390" y="532376"/>
              <a:ext cx="2090170" cy="3769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r>
                <a:rPr lang="en-GB" sz="1200" dirty="0" err="1"/>
                <a:t>thread_id</a:t>
              </a:r>
              <a:r>
                <a:rPr lang="en-GB" sz="1200" dirty="0"/>
                <a:t> (FK </a:t>
              </a:r>
              <a:r>
                <a:rPr lang="en-GB" sz="1200" dirty="0" err="1"/>
                <a:t>OneToMany</a:t>
              </a:r>
              <a:r>
                <a:rPr lang="en-GB" sz="1200" dirty="0"/>
                <a:t>)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47B1452-562F-67FC-F41A-C4FF6AB0F3C4}"/>
              </a:ext>
            </a:extLst>
          </p:cNvPr>
          <p:cNvGrpSpPr/>
          <p:nvPr/>
        </p:nvGrpSpPr>
        <p:grpSpPr>
          <a:xfrm>
            <a:off x="6284181" y="2533011"/>
            <a:ext cx="2130950" cy="417690"/>
            <a:chOff x="0" y="978636"/>
            <a:chExt cx="2130950" cy="41769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FFC113D-F985-99D1-A28B-72FC676ED1CB}"/>
                </a:ext>
              </a:extLst>
            </p:cNvPr>
            <p:cNvSpPr/>
            <p:nvPr/>
          </p:nvSpPr>
          <p:spPr>
            <a:xfrm>
              <a:off x="0" y="978636"/>
              <a:ext cx="2130950" cy="41769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6" name="Rectangle: Rounded Corners 8">
              <a:extLst>
                <a:ext uri="{FF2B5EF4-FFF2-40B4-BE49-F238E27FC236}">
                  <a16:creationId xmlns:a16="http://schemas.microsoft.com/office/drawing/2014/main" id="{248FFDA3-0E97-D455-DD3D-E11CA1EA3F17}"/>
                </a:ext>
              </a:extLst>
            </p:cNvPr>
            <p:cNvSpPr txBox="1"/>
            <p:nvPr/>
          </p:nvSpPr>
          <p:spPr>
            <a:xfrm>
              <a:off x="20390" y="999026"/>
              <a:ext cx="2090170" cy="3769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r>
                <a:rPr lang="en-GB" sz="1100" dirty="0" err="1"/>
                <a:t>author_name</a:t>
              </a:r>
              <a:r>
                <a:rPr lang="en-GB" sz="1100" dirty="0"/>
                <a:t> (</a:t>
              </a:r>
              <a:r>
                <a:rPr lang="en-GB" sz="1100" dirty="0" err="1"/>
                <a:t>CharField</a:t>
              </a:r>
              <a:r>
                <a:rPr lang="en-GB" sz="1100" dirty="0"/>
                <a:t> 100)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7D2EBB9-209A-D77F-B866-CC47EB4BAD7E}"/>
              </a:ext>
            </a:extLst>
          </p:cNvPr>
          <p:cNvGrpSpPr/>
          <p:nvPr/>
        </p:nvGrpSpPr>
        <p:grpSpPr>
          <a:xfrm>
            <a:off x="6304571" y="1643239"/>
            <a:ext cx="2110560" cy="396287"/>
            <a:chOff x="0" y="511986"/>
            <a:chExt cx="2130950" cy="41769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E25F2007-AB2D-CF93-639C-7757CE13407E}"/>
                </a:ext>
              </a:extLst>
            </p:cNvPr>
            <p:cNvSpPr/>
            <p:nvPr/>
          </p:nvSpPr>
          <p:spPr>
            <a:xfrm>
              <a:off x="0" y="511986"/>
              <a:ext cx="2130950" cy="41769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Rectangle: Rounded Corners 6">
              <a:extLst>
                <a:ext uri="{FF2B5EF4-FFF2-40B4-BE49-F238E27FC236}">
                  <a16:creationId xmlns:a16="http://schemas.microsoft.com/office/drawing/2014/main" id="{319F0A05-4C37-072E-B1EE-419A6F2BCA2D}"/>
                </a:ext>
              </a:extLst>
            </p:cNvPr>
            <p:cNvSpPr txBox="1"/>
            <p:nvPr/>
          </p:nvSpPr>
          <p:spPr>
            <a:xfrm>
              <a:off x="20390" y="532376"/>
              <a:ext cx="2090170" cy="3769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lvl="0" indent="0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700" dirty="0"/>
                <a:t>ID (PK)</a:t>
              </a:r>
              <a:endParaRPr lang="en-GB" sz="1700" kern="12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E54EC9B-57FB-81AB-39A6-D6FFEE527787}"/>
              </a:ext>
            </a:extLst>
          </p:cNvPr>
          <p:cNvGrpSpPr/>
          <p:nvPr/>
        </p:nvGrpSpPr>
        <p:grpSpPr>
          <a:xfrm>
            <a:off x="6294376" y="2999661"/>
            <a:ext cx="2130950" cy="417690"/>
            <a:chOff x="0" y="978636"/>
            <a:chExt cx="2130950" cy="41769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7F40E2AD-AA99-3F9A-BD16-31113E8DFE7E}"/>
                </a:ext>
              </a:extLst>
            </p:cNvPr>
            <p:cNvSpPr/>
            <p:nvPr/>
          </p:nvSpPr>
          <p:spPr>
            <a:xfrm>
              <a:off x="0" y="978636"/>
              <a:ext cx="2130950" cy="41769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2" name="Rectangle: Rounded Corners 8">
              <a:extLst>
                <a:ext uri="{FF2B5EF4-FFF2-40B4-BE49-F238E27FC236}">
                  <a16:creationId xmlns:a16="http://schemas.microsoft.com/office/drawing/2014/main" id="{00139AAA-3FFB-7026-FB68-BB5F8162981B}"/>
                </a:ext>
              </a:extLst>
            </p:cNvPr>
            <p:cNvSpPr txBox="1"/>
            <p:nvPr/>
          </p:nvSpPr>
          <p:spPr>
            <a:xfrm>
              <a:off x="20390" y="999026"/>
              <a:ext cx="2090170" cy="3769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r>
                <a:rPr lang="en-GB" sz="1100" dirty="0"/>
                <a:t>message (</a:t>
              </a:r>
              <a:r>
                <a:rPr lang="en-GB" sz="1100" dirty="0" err="1"/>
                <a:t>TextField</a:t>
              </a:r>
              <a:r>
                <a:rPr lang="en-GB" sz="1100" dirty="0"/>
                <a:t>)</a:t>
              </a: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B4AB546A-607A-AB9A-CCB9-ACA31776B475}"/>
              </a:ext>
            </a:extLst>
          </p:cNvPr>
          <p:cNvSpPr/>
          <p:nvPr/>
        </p:nvSpPr>
        <p:spPr>
          <a:xfrm>
            <a:off x="1288953" y="1019546"/>
            <a:ext cx="2319568" cy="25598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9030C93-E739-7AB5-CF1A-C13860F78765}"/>
              </a:ext>
            </a:extLst>
          </p:cNvPr>
          <p:cNvGrpSpPr/>
          <p:nvPr/>
        </p:nvGrpSpPr>
        <p:grpSpPr>
          <a:xfrm>
            <a:off x="1387504" y="1176879"/>
            <a:ext cx="2130950" cy="417690"/>
            <a:chOff x="0" y="45336"/>
            <a:chExt cx="2130950" cy="417690"/>
          </a:xfrm>
          <a:solidFill>
            <a:schemeClr val="accent4"/>
          </a:solidFill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63F759EA-29BE-6E5E-E2F1-5AA3CDD401A0}"/>
                </a:ext>
              </a:extLst>
            </p:cNvPr>
            <p:cNvSpPr/>
            <p:nvPr/>
          </p:nvSpPr>
          <p:spPr>
            <a:xfrm>
              <a:off x="0" y="45336"/>
              <a:ext cx="2130950" cy="417690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: Rounded Corners 4">
              <a:extLst>
                <a:ext uri="{FF2B5EF4-FFF2-40B4-BE49-F238E27FC236}">
                  <a16:creationId xmlns:a16="http://schemas.microsoft.com/office/drawing/2014/main" id="{41E43E6F-A5A2-E255-05AC-58B07AF8DCCC}"/>
                </a:ext>
              </a:extLst>
            </p:cNvPr>
            <p:cNvSpPr txBox="1"/>
            <p:nvPr/>
          </p:nvSpPr>
          <p:spPr>
            <a:xfrm>
              <a:off x="20390" y="65726"/>
              <a:ext cx="2090170" cy="37691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algn="ctr"/>
              <a:r>
                <a:rPr lang="en-GB" sz="1600" dirty="0"/>
                <a:t>thread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F6E26AE-F321-9FF1-A7C6-FDC17F26692C}"/>
              </a:ext>
            </a:extLst>
          </p:cNvPr>
          <p:cNvGrpSpPr/>
          <p:nvPr/>
        </p:nvGrpSpPr>
        <p:grpSpPr>
          <a:xfrm>
            <a:off x="1387504" y="2066361"/>
            <a:ext cx="2130950" cy="417690"/>
            <a:chOff x="0" y="511986"/>
            <a:chExt cx="2130950" cy="417690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5624DC96-9B1A-E4D1-960B-0F96A2F40133}"/>
                </a:ext>
              </a:extLst>
            </p:cNvPr>
            <p:cNvSpPr/>
            <p:nvPr/>
          </p:nvSpPr>
          <p:spPr>
            <a:xfrm>
              <a:off x="0" y="511986"/>
              <a:ext cx="2130950" cy="41769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9" name="Rectangle: Rounded Corners 6">
              <a:extLst>
                <a:ext uri="{FF2B5EF4-FFF2-40B4-BE49-F238E27FC236}">
                  <a16:creationId xmlns:a16="http://schemas.microsoft.com/office/drawing/2014/main" id="{C3387824-8508-B5FA-32EC-121243B40DFB}"/>
                </a:ext>
              </a:extLst>
            </p:cNvPr>
            <p:cNvSpPr txBox="1"/>
            <p:nvPr/>
          </p:nvSpPr>
          <p:spPr>
            <a:xfrm>
              <a:off x="20390" y="532376"/>
              <a:ext cx="2090170" cy="3769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r>
                <a:rPr lang="en-GB" sz="1200" dirty="0"/>
                <a:t>title (</a:t>
              </a:r>
              <a:r>
                <a:rPr lang="en-GB" sz="1200" dirty="0" err="1"/>
                <a:t>CharField</a:t>
              </a:r>
              <a:r>
                <a:rPr lang="en-GB" sz="1200" dirty="0"/>
                <a:t> 200)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A8003C4-DE37-1805-67ED-6097B9F89EE4}"/>
              </a:ext>
            </a:extLst>
          </p:cNvPr>
          <p:cNvGrpSpPr/>
          <p:nvPr/>
        </p:nvGrpSpPr>
        <p:grpSpPr>
          <a:xfrm>
            <a:off x="1387504" y="2533011"/>
            <a:ext cx="2130950" cy="417690"/>
            <a:chOff x="0" y="978636"/>
            <a:chExt cx="2130950" cy="417690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4AB1C193-3D96-BA01-9A61-0BF33CDEEE8B}"/>
                </a:ext>
              </a:extLst>
            </p:cNvPr>
            <p:cNvSpPr/>
            <p:nvPr/>
          </p:nvSpPr>
          <p:spPr>
            <a:xfrm>
              <a:off x="0" y="978636"/>
              <a:ext cx="2130950" cy="41769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2" name="Rectangle: Rounded Corners 8">
              <a:extLst>
                <a:ext uri="{FF2B5EF4-FFF2-40B4-BE49-F238E27FC236}">
                  <a16:creationId xmlns:a16="http://schemas.microsoft.com/office/drawing/2014/main" id="{135F4A6F-76A4-A01B-E44E-30967D741B7D}"/>
                </a:ext>
              </a:extLst>
            </p:cNvPr>
            <p:cNvSpPr txBox="1"/>
            <p:nvPr/>
          </p:nvSpPr>
          <p:spPr>
            <a:xfrm>
              <a:off x="20390" y="999026"/>
              <a:ext cx="2090170" cy="3769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r>
                <a:rPr lang="en-GB" sz="1100" dirty="0" err="1"/>
                <a:t>author_name</a:t>
              </a:r>
              <a:r>
                <a:rPr lang="en-GB" sz="1100" dirty="0"/>
                <a:t> (</a:t>
              </a:r>
              <a:r>
                <a:rPr lang="en-GB" sz="1100" dirty="0" err="1"/>
                <a:t>CharField</a:t>
              </a:r>
              <a:r>
                <a:rPr lang="en-GB" sz="1100" dirty="0"/>
                <a:t> 100)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4F953F1-ED3C-5BEA-7AD9-9ACEE8867C80}"/>
              </a:ext>
            </a:extLst>
          </p:cNvPr>
          <p:cNvGrpSpPr/>
          <p:nvPr/>
        </p:nvGrpSpPr>
        <p:grpSpPr>
          <a:xfrm>
            <a:off x="1407894" y="1643239"/>
            <a:ext cx="2110560" cy="396287"/>
            <a:chOff x="0" y="511986"/>
            <a:chExt cx="2130950" cy="417690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64606977-595F-3859-3FDB-7EA080B7633D}"/>
                </a:ext>
              </a:extLst>
            </p:cNvPr>
            <p:cNvSpPr/>
            <p:nvPr/>
          </p:nvSpPr>
          <p:spPr>
            <a:xfrm>
              <a:off x="0" y="511986"/>
              <a:ext cx="2130950" cy="41769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5" name="Rectangle: Rounded Corners 6">
              <a:extLst>
                <a:ext uri="{FF2B5EF4-FFF2-40B4-BE49-F238E27FC236}">
                  <a16:creationId xmlns:a16="http://schemas.microsoft.com/office/drawing/2014/main" id="{5026C9D7-0E0E-1504-0119-A4A879201317}"/>
                </a:ext>
              </a:extLst>
            </p:cNvPr>
            <p:cNvSpPr txBox="1"/>
            <p:nvPr/>
          </p:nvSpPr>
          <p:spPr>
            <a:xfrm>
              <a:off x="20390" y="532376"/>
              <a:ext cx="2090170" cy="3769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lvl="0" indent="0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700" dirty="0"/>
                <a:t>ID (PK)</a:t>
              </a:r>
              <a:endParaRPr lang="en-GB" sz="1700" kern="120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AC3E60B-7174-5E1C-6063-B91B1D9682B9}"/>
              </a:ext>
            </a:extLst>
          </p:cNvPr>
          <p:cNvGrpSpPr/>
          <p:nvPr/>
        </p:nvGrpSpPr>
        <p:grpSpPr>
          <a:xfrm>
            <a:off x="1397699" y="2999661"/>
            <a:ext cx="2130950" cy="417690"/>
            <a:chOff x="0" y="978636"/>
            <a:chExt cx="2130950" cy="417690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CA58BBDE-61DD-9295-DBF8-32051BB17458}"/>
                </a:ext>
              </a:extLst>
            </p:cNvPr>
            <p:cNvSpPr/>
            <p:nvPr/>
          </p:nvSpPr>
          <p:spPr>
            <a:xfrm>
              <a:off x="0" y="978636"/>
              <a:ext cx="2130950" cy="41769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8" name="Rectangle: Rounded Corners 8">
              <a:extLst>
                <a:ext uri="{FF2B5EF4-FFF2-40B4-BE49-F238E27FC236}">
                  <a16:creationId xmlns:a16="http://schemas.microsoft.com/office/drawing/2014/main" id="{304EA49B-7130-2852-28C7-424A607641AA}"/>
                </a:ext>
              </a:extLst>
            </p:cNvPr>
            <p:cNvSpPr txBox="1"/>
            <p:nvPr/>
          </p:nvSpPr>
          <p:spPr>
            <a:xfrm>
              <a:off x="20390" y="999026"/>
              <a:ext cx="2090170" cy="3769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r>
                <a:rPr lang="en-GB" sz="1100" dirty="0" err="1"/>
                <a:t>created_at</a:t>
              </a:r>
              <a:r>
                <a:rPr lang="en-GB" sz="1100" dirty="0"/>
                <a:t> (</a:t>
              </a:r>
              <a:r>
                <a:rPr lang="en-GB" sz="1100" dirty="0" err="1"/>
                <a:t>DateTimeField</a:t>
              </a:r>
              <a:r>
                <a:rPr lang="en-GB" sz="1100" dirty="0"/>
                <a:t>)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ACE652A-5821-E87A-57F6-8031D6CDDEF4}"/>
              </a:ext>
            </a:extLst>
          </p:cNvPr>
          <p:cNvGrpSpPr/>
          <p:nvPr/>
        </p:nvGrpSpPr>
        <p:grpSpPr>
          <a:xfrm>
            <a:off x="6284181" y="3515271"/>
            <a:ext cx="2130950" cy="417690"/>
            <a:chOff x="0" y="978636"/>
            <a:chExt cx="2130950" cy="417690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CDC7562A-C2C9-5E14-12FC-F7A6A230F4F8}"/>
                </a:ext>
              </a:extLst>
            </p:cNvPr>
            <p:cNvSpPr/>
            <p:nvPr/>
          </p:nvSpPr>
          <p:spPr>
            <a:xfrm>
              <a:off x="0" y="978636"/>
              <a:ext cx="2130950" cy="41769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41" name="Rectangle: Rounded Corners 8">
              <a:extLst>
                <a:ext uri="{FF2B5EF4-FFF2-40B4-BE49-F238E27FC236}">
                  <a16:creationId xmlns:a16="http://schemas.microsoft.com/office/drawing/2014/main" id="{6D84DE75-EAAB-2C59-6247-305A038BA886}"/>
                </a:ext>
              </a:extLst>
            </p:cNvPr>
            <p:cNvSpPr txBox="1"/>
            <p:nvPr/>
          </p:nvSpPr>
          <p:spPr>
            <a:xfrm>
              <a:off x="20390" y="999026"/>
              <a:ext cx="2090170" cy="3769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r>
                <a:rPr lang="en-GB" sz="1100" dirty="0" err="1"/>
                <a:t>created_at</a:t>
              </a:r>
              <a:r>
                <a:rPr lang="en-GB" sz="1100" dirty="0"/>
                <a:t> (</a:t>
              </a:r>
              <a:r>
                <a:rPr lang="en-GB" sz="1100" dirty="0" err="1"/>
                <a:t>DateTimeField</a:t>
              </a:r>
              <a:r>
                <a:rPr lang="en-GB" sz="1100" dirty="0"/>
                <a:t>)</a:t>
              </a:r>
            </a:p>
          </p:txBody>
        </p:sp>
      </p:grp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A68A6D20-331D-DAB3-A456-601B014F9FB6}"/>
              </a:ext>
            </a:extLst>
          </p:cNvPr>
          <p:cNvCxnSpPr>
            <a:cxnSpLocks/>
          </p:cNvCxnSpPr>
          <p:nvPr/>
        </p:nvCxnSpPr>
        <p:spPr>
          <a:xfrm>
            <a:off x="3608521" y="1836751"/>
            <a:ext cx="2577109" cy="50093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395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144</Words>
  <Application>Microsoft Office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Tony Walker</dc:creator>
  <cp:lastModifiedBy>Tony Walker</cp:lastModifiedBy>
  <cp:revision>3</cp:revision>
  <dcterms:created xsi:type="dcterms:W3CDTF">2026-10-15T07:34:34Z</dcterms:created>
  <dcterms:modified xsi:type="dcterms:W3CDTF">2026-10-15T09:21:14Z</dcterms:modified>
</cp:coreProperties>
</file>